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FFFFFF"/>
                </a:solidFill>
                <a:latin typeface="Calibri"/>
              </a:defRPr>
            </a:pPr>
            <a:r>
              <a:t>Análisis de Oportunidad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DCE6F0"/>
                </a:solidFill>
                <a:latin typeface="Calibri"/>
              </a:defRPr>
            </a:pPr>
            <a:r>
              <a:t>Medicina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SNIES: Costo vs. Matriculados (Colombia)</a:t>
            </a:r>
          </a:p>
        </p:txBody>
      </p:sp>
      <p:pic>
        <p:nvPicPr>
          <p:cNvPr id="3" name="Picture 2" descr="grafica_costo_matricul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00529B"/>
                </a:solidFill>
                <a:latin typeface="Calibri"/>
              </a:defRPr>
            </a:pPr>
            <a:r>
              <a:t>Análisis SNIES: Programas por Depto. (Top 10)</a:t>
            </a:r>
          </a:p>
        </p:txBody>
      </p:sp>
      <p:pic>
        <p:nvPicPr>
          <p:cNvPr id="3" name="Picture 2" descr="grafica_por_dp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00529B"/>
                </a:solidFill>
                <a:latin typeface="Calibri"/>
              </a:defRPr>
            </a:pPr>
            <a:r>
              <a:t>Análisis SNIES: Evolución de Estudiantes (Procesos)</a:t>
            </a:r>
          </a:p>
        </p:txBody>
      </p:sp>
      <p:pic>
        <p:nvPicPr>
          <p:cNvPr id="3" name="Picture 2" descr="grafica_estudiantes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Internacional (LATAM)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Medicine (UK) - University of Oxford (UK)</a:t>
            </a:r>
          </a:p>
          <a:p>
            <a:pPr lvl="1">
              <a:defRPr sz="1800"/>
            </a:pPr>
            <a:r>
              <a:t>  Cursos: Foundations of Medicine, Clinical Practice, Research Methods</a:t>
            </a:r>
          </a:p>
          <a:p>
            <a:pPr lvl="1">
              <a:defRPr sz="1800"/>
            </a:pPr>
            <a:r>
              <a:t>  Costo: £37,000 per year</a:t>
            </a:r>
          </a:p>
          <a:p>
            <a:pPr>
              <a:defRPr b="1" sz="1800"/>
            </a:pPr>
            <a:r>
              <a:t>Medicina (Chile) - Universidad de Chile (Chile)</a:t>
            </a:r>
          </a:p>
          <a:p>
            <a:pPr lvl="1">
              <a:defRPr sz="1800"/>
            </a:pPr>
            <a:r>
              <a:t>  Cursos: Anatomía, Farmacología, Patologías Clínicas</a:t>
            </a:r>
          </a:p>
          <a:p>
            <a:pPr lvl="1">
              <a:defRPr sz="1800"/>
            </a:pPr>
            <a:r>
              <a:t>  Costo: CLP 4,500,000 per year</a:t>
            </a:r>
          </a:p>
          <a:p>
            <a:pPr>
              <a:defRPr b="1" sz="1800"/>
            </a:pPr>
            <a:r>
              <a:t>Medicina (Argentina) - Universidad de Buenos Aires (Argentina)</a:t>
            </a:r>
          </a:p>
          <a:p>
            <a:pPr lvl="1">
              <a:defRPr sz="1800"/>
            </a:pPr>
            <a:r>
              <a:t>  Cursos: Biología Celular, Medicina Clínica, Ética en Medicina</a:t>
            </a:r>
          </a:p>
          <a:p>
            <a:pPr lvl="1">
              <a:defRPr sz="1800"/>
            </a:pPr>
            <a:r>
              <a:t>  Costo: ARS 2,000 per semester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600">
                <a:solidFill>
                  <a:srgbClr val="00529B"/>
                </a:solidFill>
                <a:latin typeface="Calibri"/>
              </a:defRPr>
            </a:pPr>
            <a:r>
              <a:t>Análisis de Tendencias y Palabras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Los nombres con 'Medicina' y variantes como 'Salud' o 'Ciencias de la Salud' predominan en los programas.</a:t>
            </a:r>
          </a:p>
          <a:p>
            <a:pPr>
              <a:defRPr sz="1800"/>
            </a:pPr>
            <a:r>
              <a:t>Términos relacionados con 'Clínica', 'Bio', y 'Especialización' son frecuentes en los nombres de los programas.</a:t>
            </a:r>
          </a:p>
          <a:p>
            <a:pPr>
              <a:defRPr sz="1800"/>
            </a:pPr>
            <a:r>
              <a:t>Las palabras 'Innovación', 'Integral' y 'Transformación' reflejan tendencias en educación médica en regiones anglófonas y latinoamericanas.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